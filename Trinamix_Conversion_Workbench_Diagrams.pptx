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Trinamix Conversion Workbench — technical architecture. React SPA, FastAPI on Render, mapping/transform engine, MongoDB + GridFS, external LLM, outbound into Oracle Fusion FBDI.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Conversion process flow: Ingest &amp; Profile -&gt; Auto-Map -&gt; Review &amp; Refine -&gt; Generate -&gt; Output &amp; Load, with the layered mapping precedence and the learning feedback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Trinamix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Conversion Workbench — Architecture</dc:title>
  <dc:subject>PptxGenJS Presentation</dc:subject>
  <dc:creator>Trinamix</dc:creator>
  <cp:lastModifiedBy>Trinamix</cp:lastModifiedBy>
  <cp:revision>1</cp:revision>
  <dcterms:created xsi:type="dcterms:W3CDTF">2026-07-16T13:34:36Z</dcterms:created>
  <dcterms:modified xsi:type="dcterms:W3CDTF">2026-07-16T13:34:36Z</dcterms:modified>
</cp:coreProperties>
</file>