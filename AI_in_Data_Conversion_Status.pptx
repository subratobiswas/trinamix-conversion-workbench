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the client asked how AI is being used. The honest and differentiating answer is that AI is deliberately the LAST layer, not the engine. That is a feature, not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exec message: AI is bounded on both sides. It only sees what four deterministic layers could not resolve, and whatever it returns is then filtered by four more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described the semantic guard as NOT AI. It is regex/category matching. Overstating it would be the kind of claim that unravels under technical questioning.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numbers are real controls in the code, not marketing figures: the 0.60 confidence threshold, the 120-call cap, three selectable models, and the review-queue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a sponsor with risk or audit responsibility will care about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Counter-intuitively this is the most trust-building slide. Naming what AI is NOT allowed to do signals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compounding argument: this is an asset that improves per engagement, not a per-project AI 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7356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743200" cy="2743200"/>
          </a:xfrm>
          <a:prstGeom prst="ellipse">
            <a:avLst/>
          </a:prstGeom>
          <a:solidFill>
            <a:srgbClr val="27356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is leveraged in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Conversion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master-data conversion  ·  Trinamix Conversion Workbench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5943600" cy="566928"/>
          </a:xfrm>
          <a:prstGeom prst="roundRect">
            <a:avLst>
              <a:gd name="adj" fmla="val 12903"/>
            </a:avLst>
          </a:prstGeom>
          <a:solidFill>
            <a:srgbClr val="27356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70916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by default  ·  AI where it genuinely adds value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July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principle: AI runs last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decide a field before the model is ever consulted — so AI adds reach, not risk.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858000" cy="658368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11680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888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89888" y="22219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proven correct on a previous go-live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6858000" cy="658368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770632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89888" y="2706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library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89888" y="298094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your team already approved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6858000" cy="658368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529584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89888" y="3465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workbook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89888" y="373989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mapping document is authoritative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51376"/>
            <a:ext cx="6858000" cy="658368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288536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89888" y="4224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match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89888" y="449884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type and value-pattern rules — free, instant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910328"/>
            <a:ext cx="6858000" cy="658368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04748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89888" y="4983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(residual only)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89888" y="52578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ambiguous remainder, below 60% confidence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18120" y="1874520"/>
            <a:ext cx="3703320" cy="3035808"/>
          </a:xfrm>
          <a:prstGeom prst="roundRect">
            <a:avLst>
              <a:gd name="adj" fmla="val 1807"/>
            </a:avLst>
          </a:prstGeom>
          <a:solidFill>
            <a:srgbClr val="1E2761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92440" y="2084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the guardrails run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92440" y="2487168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is not final. Four corrective passes run after it: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Oracle-aware field guard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do-not-map list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Mapping-document authority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Gold-example suppressions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92440" y="42245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suggestion can be overruled by any of these — and is.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9253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tool needs less AI over time — every approved decision permanently removes a field from the AI path.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is working today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live capabilities. Each one falls back to a deterministic result if the model is unavailable.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6654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" y="257860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ambiguous residual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301752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source column for fields the rule engine cannot place confidently — the bulk of the manual effort on wide templates.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828800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06654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53712" y="257860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Vetting the alternatives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53712" y="301752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whether a proposed mapping actually makes sense and says why in plain English — e.g. rejecting an employee ID offered for a phone field.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91856" y="1828800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06654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257860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crosswalks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301752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legacy vocabulary into the Oracle codes FBDI will accept, after the published lookup values have been tried.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13632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7824" y="415137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" y="46634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mapping workbooks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" y="5102352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an unfamiliar workbook layout — asked only which column is which, never to invent a mapping.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5968" y="3913632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15137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53712" y="46634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load failures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53712" y="5102352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terse Oracle rejection into a root cause and a concrete fix.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91856" y="3913632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415137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46634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rules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0" y="5102352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"if flag is Yes set EMAIL, else blank" into a structured, editable transformation rule.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AI, but doing similar work: a deterministic semantic check runs on every candidate mapping and blocks implausible pairings outright — no model call, no cost.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approach buys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constraints are the value: bounded cost, no silent over-mapping, a full audit trail.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1518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floor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346704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this, and only below this, a field is sent to the model.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38144" y="1920240"/>
            <a:ext cx="261518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21024" y="21031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621024" y="30175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call cap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21024" y="3346704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AI calls per wide template — required fields first.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6208" y="1920240"/>
            <a:ext cx="261518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19088" y="21031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419088" y="30175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19088" y="3346704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Haiku, Sonnet or Opus — cost and capability selected per engagement.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34272" y="1920240"/>
            <a:ext cx="261518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17152" y="21031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217152" y="30175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writes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17152" y="3346704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proposal enters a review queue attributed and reasoned.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7914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791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81328" y="4736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falls as the engagement matures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81328" y="50840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decision is stored and re-applied automatically, so the same field is never sent to the model twice. AI verdicts are cached per conversion and re-used on revisit at no further cost.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and auditability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influences is visible, attributable and reversible.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67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1328" y="20208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Analyst-triggered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34840" y="2020824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heavier AI actions — vetting options, filling blanks, adjudicating duplicates — run only when someone clicks. Nothing engages the model behind the analyst.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461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1328" y="30998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Reasoned, not just scored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3099816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suggestion carries a verdict, a plain-English reason and the model that produced it, so a reviewer can judge the recommendation rather than trust a number.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251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81328" y="41788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decisions are immovable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34840" y="417880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approved, overridden or rejected, a field is never rewritten by a later run — automated or otherwise.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111496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404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404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81328" y="52578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Client-scoped and reversible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34840" y="525780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decisions are scoped to one client and never leak across engagements. A retired decision stays retired.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deliberately do not use AI for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boundaries are chosen, not accidental — each one prevents a plausible-looking wrong answer.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883664"/>
          </a:xfrm>
          <a:prstGeom prst="roundRect">
            <a:avLst>
              <a:gd name="adj" fmla="val 2913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9397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5820A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26464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Instance-specific lookup codes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266090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code list lives in your Fusion instance and is not published, the model cannot know it. Anything it returned would be a guess dressed as a code — so we block it and ask.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57800" cy="1883664"/>
          </a:xfrm>
          <a:prstGeom prst="roundRect">
            <a:avLst>
              <a:gd name="adj" fmla="val 2913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01384" y="209397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5820A"/>
          </a:solidFill>
          <a:ln/>
        </p:spPr>
      </p:sp>
      <p:sp>
        <p:nvSpPr>
          <p:cNvPr id="11" name="Text 9"/>
          <p:cNvSpPr/>
          <p:nvPr/>
        </p:nvSpPr>
        <p:spPr>
          <a:xfrm>
            <a:off x="6501384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50024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values into the load 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01384" y="266090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generation runs entirely off the model path. AI shapes proposals an analyst reviews; it does not author your FBDI file.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59352"/>
            <a:ext cx="5257800" cy="1883664"/>
          </a:xfrm>
          <a:prstGeom prst="roundRect">
            <a:avLst>
              <a:gd name="adj" fmla="val 2913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4178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5820A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26464" y="42153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Overruling the mapping document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" y="474573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signed-off mapping workbook exists, it wins. Unsanctioned pairings are set aside rather than shipped.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59352"/>
            <a:ext cx="5257800" cy="1883664"/>
          </a:xfrm>
          <a:prstGeom prst="roundRect">
            <a:avLst>
              <a:gd name="adj" fmla="val 2913"/>
            </a:avLst>
          </a:prstGeom>
          <a:solidFill>
            <a:srgbClr val="F4F7FB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01384" y="4178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5820A"/>
          </a:solidFill>
          <a:ln/>
        </p:spPr>
      </p:sp>
      <p:sp>
        <p:nvSpPr>
          <p:cNvPr id="21" name="Text 19"/>
          <p:cNvSpPr/>
          <p:nvPr/>
        </p:nvSpPr>
        <p:spPr>
          <a:xfrm>
            <a:off x="6501384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50024" y="42153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without a trace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01384" y="474573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action is applied anonymously; if it cannot be attributed and explained, it does not run.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model could be confidently wrong, we would rather the tool asked you.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572000"/>
            <a:ext cx="4023360" cy="4023360"/>
          </a:xfrm>
          <a:prstGeom prst="ellipse">
            <a:avLst/>
          </a:prstGeom>
          <a:solidFill>
            <a:srgbClr val="2735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and what is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27356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0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and in use today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mapping, option vetting and value crosswalks running across Supplier, Customer and Item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output delivered as banded confidence tiers with a written reason per alternative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library capturing approved decisions and re-applying them automatically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27356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10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Maturing next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212848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deterministic confidence further, so proportionally less reaches the model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learned coverage on Item and SyteLine, where the mapping base is thinnest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flexfield support, pending the client-side configuration export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041648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12700" dir="5400000">
              <a:srgbClr val="9AA7B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224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of travel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455371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engagement makes the next one cheaper and more accurate. As the learned library grows, more fields are answered before the model is reached — so AI usage falls while coverage rises. AI is the accelerator, not the foundation.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client review  ·  27 July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2026-07-27T17:31:30Z</dcterms:created>
  <dcterms:modified xsi:type="dcterms:W3CDTF">2026-07-27T17:31:30Z</dcterms:modified>
</cp:coreProperties>
</file>